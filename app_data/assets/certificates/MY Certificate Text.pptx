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Deepali Barapatr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3-11-08T09:24:50.821">
    <p:pos x="0" y="928"/>
    <p:text>Editable field</p:text>
  </p:cm>
  <p:cm authorId="0" idx="2" dt="2023-11-08T09:24:57.712">
    <p:pos x="261" y="1497"/>
    <p:text>Editable field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8a5df59a0a_8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8a5df59a0a_8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8c063baa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8c063baa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ea978794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ea978794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9900" y="-9900"/>
            <a:ext cx="9134100" cy="5143500"/>
          </a:xfrm>
          <a:prstGeom prst="bevel">
            <a:avLst>
              <a:gd fmla="val 1538" name="adj"/>
            </a:avLst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0" y="796425"/>
            <a:ext cx="62316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73763"/>
                </a:solidFill>
              </a:rPr>
              <a:t>CERTIFICATE OF </a:t>
            </a:r>
            <a:r>
              <a:rPr b="1" lang="en-GB" sz="2400">
                <a:solidFill>
                  <a:srgbClr val="073763"/>
                </a:solidFill>
              </a:rPr>
              <a:t>ACHIEVEMENT</a:t>
            </a:r>
            <a:endParaRPr b="1" sz="2400">
              <a:solidFill>
                <a:srgbClr val="073763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1136775"/>
            <a:ext cx="62316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73763"/>
                </a:solidFill>
              </a:rPr>
              <a:t>This certificate is proudly presented to</a:t>
            </a:r>
            <a:endParaRPr sz="2400">
              <a:solidFill>
                <a:srgbClr val="073763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0" y="1759575"/>
            <a:ext cx="66372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300">
                <a:solidFill>
                  <a:srgbClr val="073763"/>
                </a:solidFill>
              </a:rPr>
              <a:t>NAME</a:t>
            </a:r>
            <a:endParaRPr b="1" sz="4300">
              <a:solidFill>
                <a:srgbClr val="073763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0" y="2824900"/>
            <a:ext cx="91440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73763"/>
                </a:solidFill>
              </a:rPr>
              <a:t>for completing the Naungan Kasih Positive Parenting Programme</a:t>
            </a:r>
            <a:r>
              <a:rPr lang="en-GB" sz="2400">
                <a:solidFill>
                  <a:srgbClr val="073763"/>
                </a:solidFill>
              </a:rPr>
              <a:t>.</a:t>
            </a:r>
            <a:endParaRPr sz="2400">
              <a:solidFill>
                <a:srgbClr val="073763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59975" y="3784050"/>
            <a:ext cx="83223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Logos listed here following the order below (per UPM’s protocol):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UNICEF, OXFORD, KEMAS, UPM, PLH, MASW, LPPKN</a:t>
            </a:r>
            <a:endParaRPr sz="2000"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6275" y="231750"/>
            <a:ext cx="2450452" cy="2450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9900" y="-9900"/>
            <a:ext cx="9134100" cy="5143500"/>
          </a:xfrm>
          <a:prstGeom prst="bevel">
            <a:avLst>
              <a:gd fmla="val 1538" name="adj"/>
            </a:avLst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0" y="796425"/>
            <a:ext cx="62316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73763"/>
                </a:solidFill>
              </a:rPr>
              <a:t>Sijil</a:t>
            </a:r>
            <a:r>
              <a:rPr lang="en-GB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GB" sz="2400">
                <a:solidFill>
                  <a:srgbClr val="073763"/>
                </a:solidFill>
              </a:rPr>
              <a:t>Penghargaan</a:t>
            </a:r>
            <a:endParaRPr b="1" sz="2400">
              <a:solidFill>
                <a:srgbClr val="073763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0" y="1136775"/>
            <a:ext cx="62316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73763"/>
                </a:solidFill>
              </a:rPr>
              <a:t>Adalah dengan ini diperakui bahawa</a:t>
            </a:r>
            <a:endParaRPr sz="2400">
              <a:solidFill>
                <a:srgbClr val="073763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01250" y="1748375"/>
            <a:ext cx="66372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300">
                <a:solidFill>
                  <a:srgbClr val="073763"/>
                </a:solidFill>
              </a:rPr>
              <a:t>NAME</a:t>
            </a:r>
            <a:endParaRPr b="1" sz="4300">
              <a:solidFill>
                <a:srgbClr val="073763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0" y="2824900"/>
            <a:ext cx="91440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073763"/>
                </a:solidFill>
              </a:rPr>
              <a:t>telah mengikuti dengan jayanya Program Keibubapaan Positif Naungan Kasih.</a:t>
            </a:r>
            <a:endParaRPr sz="2400"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73763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59975" y="3784050"/>
            <a:ext cx="83223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Logos listed here following the order below (per UPM’s protocol):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UNICEF, OXFORD, KEMAS, UPM, PLH, MASW, LPPKN</a:t>
            </a:r>
            <a:endParaRPr sz="2000"/>
          </a:p>
        </p:txBody>
      </p:sp>
      <p:pic>
        <p:nvPicPr>
          <p:cNvPr id="71" name="Google Shape;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6275" y="231750"/>
            <a:ext cx="2450452" cy="2450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9900" y="-9900"/>
            <a:ext cx="9134100" cy="5143500"/>
          </a:xfrm>
          <a:prstGeom prst="bevel">
            <a:avLst>
              <a:gd fmla="val 1538" name="adj"/>
            </a:avLst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138275" y="372400"/>
            <a:ext cx="62316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rgbClr val="073763"/>
                </a:solidFill>
              </a:rPr>
              <a:t>SIJIL</a:t>
            </a:r>
            <a:r>
              <a:rPr lang="en-GB" sz="1050">
                <a:solidFill>
                  <a:srgbClr val="444746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GB" sz="2400">
                <a:solidFill>
                  <a:srgbClr val="073763"/>
                </a:solidFill>
              </a:rPr>
              <a:t>PENGHARGAAN</a:t>
            </a:r>
            <a:endParaRPr b="1" sz="2400"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73763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38275" y="712750"/>
            <a:ext cx="62316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073763"/>
                </a:solidFill>
              </a:rPr>
              <a:t>Adalah dengan ini diperakui bahawa</a:t>
            </a:r>
            <a:endParaRPr sz="2400">
              <a:solidFill>
                <a:srgbClr val="073763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0" y="1474450"/>
            <a:ext cx="66372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300">
                <a:solidFill>
                  <a:srgbClr val="073763"/>
                </a:solidFill>
              </a:rPr>
              <a:t>NAME</a:t>
            </a:r>
            <a:endParaRPr b="1" sz="4300">
              <a:solidFill>
                <a:srgbClr val="073763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15800" y="2378025"/>
            <a:ext cx="83223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73763"/>
                </a:solidFill>
              </a:rPr>
              <a:t>telah berjaya </a:t>
            </a:r>
            <a:r>
              <a:rPr lang="en-GB" sz="2400">
                <a:solidFill>
                  <a:srgbClr val="073763"/>
                </a:solidFill>
              </a:rPr>
              <a:t>mengikuti</a:t>
            </a:r>
            <a:r>
              <a:rPr lang="en-GB" sz="2400">
                <a:solidFill>
                  <a:srgbClr val="073763"/>
                </a:solidFill>
              </a:rPr>
              <a:t> Bengkel Fasilitator 3 Hari bagi Program Keibubapaan Positif Nuangan Kasih</a:t>
            </a:r>
            <a:endParaRPr sz="2400"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73763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259975" y="3784050"/>
            <a:ext cx="83223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Logos listed here following the order below (per UPM’s protocol):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UNICEF, OXFORD, KEMAS, UPM, PLH, MASW, LPPKN</a:t>
            </a:r>
            <a:endParaRPr sz="2000"/>
          </a:p>
        </p:txBody>
      </p:sp>
      <p:pic>
        <p:nvPicPr>
          <p:cNvPr id="82" name="Google Shape;8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7650" y="38175"/>
            <a:ext cx="2450452" cy="245045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5982325" y="3350775"/>
            <a:ext cx="29217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73763"/>
                </a:solidFill>
              </a:rPr>
              <a:t>--------------------------</a:t>
            </a:r>
            <a:endParaRPr sz="2400"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73763"/>
                </a:solidFill>
              </a:rPr>
              <a:t>Dr. Jamie M. Lachman</a:t>
            </a:r>
            <a:endParaRPr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73763"/>
                </a:solidFill>
              </a:rPr>
              <a:t>CEO, Parenting for Lifelong Health</a:t>
            </a:r>
            <a:endParaRPr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